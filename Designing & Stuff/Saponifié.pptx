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004C"/>
    <a:srgbClr val="391C0B"/>
    <a:srgbClr val="D4B07A"/>
    <a:srgbClr val="B88A4A"/>
    <a:srgbClr val="E8D8C3"/>
    <a:srgbClr val="E1C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15AB-DFE5-7AC8-C3B6-FB232435A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F980B-270E-B164-172E-F82E2E7DA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DC7A-B899-D20B-8302-67A0E0F9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9482-AB23-6635-4D21-94E90A3F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A361-64E8-847A-7CD4-11998DE8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154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4A64E-D2BF-B452-8910-6C39FCA0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889E6-C342-6588-9259-1589516C7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0340D-C095-CB7D-BEE3-5CDD7A60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16371-D2F6-2BBC-9B88-BF92BBB0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7871-A655-2100-C8A2-33315E3A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271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747D-DE67-03C0-204B-C9BECFEC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D06E0-A3C7-5008-F505-B6F88E86D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4602D-BEBD-7B84-7CB3-F79F5A82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8CAAD-C680-7384-1ACF-89180D0EF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74FC-7134-4AD4-6164-BBECAA70C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79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FC40-C298-FA6B-9E5B-900DB77D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0E6E6-80F5-6CA1-69AD-D52FF73C5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FE4E0-C2BA-7EEB-F8A9-F2AA1C4F7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3D691-FBB9-EE20-684D-18A6A61F2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2FB9E-A0C0-CBD4-963D-F7EF7DA1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32D3F-55EC-DCAC-887C-4702E48F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30358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6C5C-0EE8-A757-832C-510BDF8E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F09BE-9BED-A2EB-300F-7C97C028D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BB2F0-4506-A4CA-082A-DCF7B68F2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99C33-E72C-B868-7F52-0CA53CA9E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339A84-65FD-17B0-22F5-860A54013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9B28A-60D9-7B8D-DD7B-2F1D5E0B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6DD616-EBFB-96D8-0778-A3249BDD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A1BEB-9FEB-5B7D-6519-3541453E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943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A108-ACE2-665E-8ED3-955DFF5E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F6CE6-919A-9B46-A051-C4AF0706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0C7A5-083E-2ADF-CEE1-241CA65F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F71B1-2A38-8186-1633-5F8D189F2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59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959E5-CBE3-B113-6421-10606768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CC07C0-7F18-4001-390F-0975D8EA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5F5D3-9669-36D6-1701-DC5317FE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84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75C1-78EB-DAF1-A068-E341CD7C9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1266F-6BD3-D288-60E4-14B0C9A86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660E6-E02A-9AC0-0057-5D5121AEF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70CAD-BD52-2229-3A23-B51ED4E3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13C77-4DE1-DCE2-CBD8-5B699BDA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D0B3-51F8-A93F-AA18-D82E2936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468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0F4F-0ED0-C89C-0FF4-F4924B9D0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AA8D8-69ED-4004-63ED-2D57EF8B9A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41138-AEF6-AFAC-80A8-1F88CDB1B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F88CC-8107-863F-981B-E6A1596C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36C4B-A79E-D1FC-DBD7-890D7697C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73FBC-A64D-42A0-9700-1C404495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2726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93ED-D242-7D6B-D27C-8755F251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B4248F-6CAD-52B8-5682-67C429ADD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A0199-8AA8-52C0-9C9F-CEFE88FA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5C082-BD93-796A-CB0B-B039A7FB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4DCBB-6FA1-553A-3D80-2AA2FD3D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982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86D7-DCFB-0CE6-880B-E7E97BF70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CE4EF-B9A2-51E9-ACA4-327EE92BC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919B3-25D2-8975-22EE-9735C616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D03CC-8BFE-8ACB-F065-264A3E375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33A35-4DF9-2D4B-A84D-57E29DA9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122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FBC1C-E2CA-A48E-0B96-0EB8B23E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7B79-D984-D7E1-F22B-9AD29E46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A823A-0F15-C302-9B1A-165BF56FB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A7AB1D-A777-4477-9465-723D354F576F}" type="datetimeFigureOut">
              <a:rPr lang="LID4096" smtClean="0"/>
              <a:t>06/10/2026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DF63-39A0-83B3-E74B-6D0F7A110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3EDC-5618-FDD4-C071-C06875399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1C812-C46B-45B8-886C-687EC3A5BD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210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5E0FF-E7F1-59C8-A0C0-447F41CC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3574" y="2526891"/>
            <a:ext cx="5093109" cy="1478270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D4B07A"/>
                </a:solidFill>
                <a:latin typeface="Effyra" pitchFamily="50" charset="0"/>
              </a:rPr>
              <a:t>Saponifié</a:t>
            </a:r>
            <a:endParaRPr lang="LID4096" sz="9600" dirty="0">
              <a:solidFill>
                <a:srgbClr val="D4B07A"/>
              </a:solidFill>
              <a:latin typeface="Effyra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A58C9-2ED0-5F85-E07D-FF45BE9C2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076" y="4005161"/>
            <a:ext cx="3628104" cy="419356"/>
          </a:xfrm>
        </p:spPr>
        <p:txBody>
          <a:bodyPr>
            <a:normAutofit/>
          </a:bodyPr>
          <a:lstStyle/>
          <a:p>
            <a:r>
              <a:rPr lang="en-US" sz="1600" b="1" spc="660" dirty="0">
                <a:solidFill>
                  <a:srgbClr val="D4B07A"/>
                </a:solidFill>
                <a:latin typeface="Relova" pitchFamily="50" charset="0"/>
              </a:rPr>
              <a:t>BESPOKE LUXURIOUS</a:t>
            </a:r>
            <a:endParaRPr lang="LID4096" sz="1600" b="1" spc="660" dirty="0">
              <a:solidFill>
                <a:srgbClr val="D4B07A"/>
              </a:solidFill>
              <a:latin typeface="Relova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4BF01-4BA9-9893-FCE0-4EF1B7FD00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36" r="42336" b="9398"/>
          <a:stretch>
            <a:fillRect/>
          </a:stretch>
        </p:blipFill>
        <p:spPr>
          <a:xfrm>
            <a:off x="2919163" y="1411416"/>
            <a:ext cx="1147781" cy="39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46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FB8F-F026-6DFE-F596-6AFC31A4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2C71-4AA5-E7CE-8B61-2639E9445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93574" y="2526891"/>
            <a:ext cx="5093109" cy="1478270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391C0B"/>
                </a:solidFill>
                <a:latin typeface="Effyra" pitchFamily="50" charset="0"/>
              </a:rPr>
              <a:t>Saponifié</a:t>
            </a:r>
            <a:endParaRPr lang="LID4096" sz="9600" dirty="0">
              <a:solidFill>
                <a:srgbClr val="391C0B"/>
              </a:solidFill>
              <a:latin typeface="Effyra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5756F-2009-26A5-8FFA-B0A7F1AB7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076" y="4005161"/>
            <a:ext cx="3628104" cy="419356"/>
          </a:xfrm>
        </p:spPr>
        <p:txBody>
          <a:bodyPr>
            <a:normAutofit/>
          </a:bodyPr>
          <a:lstStyle/>
          <a:p>
            <a:r>
              <a:rPr lang="en-US" sz="1600" b="1" spc="660" dirty="0">
                <a:solidFill>
                  <a:srgbClr val="391C0B"/>
                </a:solidFill>
                <a:latin typeface="Relova" pitchFamily="50" charset="0"/>
              </a:rPr>
              <a:t>BESPOKE LUXURIOUS</a:t>
            </a:r>
            <a:endParaRPr lang="LID4096" sz="1600" b="1" spc="660" dirty="0">
              <a:solidFill>
                <a:srgbClr val="391C0B"/>
              </a:solidFill>
              <a:latin typeface="Relova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D75CE-FBA4-0B44-1497-3E56EEF3538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036" r="42336" b="9398"/>
          <a:stretch>
            <a:fillRect/>
          </a:stretch>
        </p:blipFill>
        <p:spPr>
          <a:xfrm>
            <a:off x="2919163" y="1411416"/>
            <a:ext cx="1147781" cy="39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1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00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1A8D9-7951-870F-4DA8-34939FA6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753F-47A2-DE48-9194-0E67123D3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9123" y="1710812"/>
            <a:ext cx="6951406" cy="2127200"/>
          </a:xfrm>
        </p:spPr>
        <p:txBody>
          <a:bodyPr>
            <a:noAutofit/>
          </a:bodyPr>
          <a:lstStyle/>
          <a:p>
            <a:r>
              <a:rPr lang="en-US" sz="12400" dirty="0">
                <a:solidFill>
                  <a:schemeClr val="bg1"/>
                </a:solidFill>
                <a:latin typeface="Effyra" pitchFamily="50" charset="0"/>
              </a:rPr>
              <a:t>RUSHD AI</a:t>
            </a:r>
            <a:endParaRPr lang="LID4096" sz="12400" dirty="0">
              <a:solidFill>
                <a:schemeClr val="bg1"/>
              </a:solidFill>
              <a:latin typeface="Effyra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9050D-8355-8591-6556-6BD218076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3252" y="3611869"/>
            <a:ext cx="6263148" cy="1097781"/>
          </a:xfrm>
        </p:spPr>
        <p:txBody>
          <a:bodyPr>
            <a:noAutofit/>
          </a:bodyPr>
          <a:lstStyle/>
          <a:p>
            <a:r>
              <a:rPr lang="" b="1" dirty="0">
                <a:solidFill>
                  <a:schemeClr val="bg1"/>
                </a:solidFill>
                <a:latin typeface="Effyra" pitchFamily="50" charset="0"/>
              </a:rPr>
              <a:t>Revolutionizing Understanding in Students and Helping Digital Academic Intelligence </a:t>
            </a:r>
            <a:endParaRPr lang="LID4096" b="1" spc="660" dirty="0">
              <a:solidFill>
                <a:schemeClr val="bg1"/>
              </a:solidFill>
              <a:latin typeface="Effyr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57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17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Effyra</vt:lpstr>
      <vt:lpstr>Relova</vt:lpstr>
      <vt:lpstr>Office Theme</vt:lpstr>
      <vt:lpstr>Saponifié</vt:lpstr>
      <vt:lpstr>Saponifié</vt:lpstr>
      <vt:lpstr>RUSHD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Zaib Jadoon</dc:creator>
  <cp:lastModifiedBy>Hassan Zaib Jadoon</cp:lastModifiedBy>
  <cp:revision>4</cp:revision>
  <dcterms:created xsi:type="dcterms:W3CDTF">2026-05-10T16:08:30Z</dcterms:created>
  <dcterms:modified xsi:type="dcterms:W3CDTF">2026-06-10T18:40:56Z</dcterms:modified>
</cp:coreProperties>
</file>